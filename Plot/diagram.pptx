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81F47-2ABD-CA0A-75AB-1BA53F382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FCC00-586D-7791-7106-6C1E49A2C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70C14-2F97-6345-478A-4C933674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58C0B-914D-0F36-B911-0CF79DEC9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B6225-FD16-DC65-2A46-2B64585C1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2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28788-3BC1-DE9F-32AB-598BA61F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04068-C9B4-1F77-4DFA-08AC5AA02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B8359-AF7C-20C1-E64D-A36407A5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392BB-5B34-13A2-B46A-3771ADCB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C128E-A919-1C36-0F58-37668346B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059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1B4E-7284-3E5F-CFB8-F5D64EA4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42076-93B3-2BFB-51E5-B5939283A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3EB1A-D2CF-5FAA-256C-580C6FC8D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F4F29-E741-D20C-57C2-6C51424DD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C33E-BD64-547E-AA63-40D36DA6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44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C726D-D1B9-AC7B-A4A0-B48DA028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CFBA6-D508-FDE9-D0E3-EDB38EFC4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CE247E-FD68-2718-A1A8-475BA635C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800F2-7394-2515-96F0-4D4D9BF1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574C0-5E93-68E5-9DB4-B511C475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7B9A3-2204-C6A0-76E3-5E301A1FF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56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C7AAC-8729-268B-2673-B55FAE55A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342C0-0CE0-9BCD-5B48-7E8F17BD0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276127-D1DA-84F9-0772-10E34DA2F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2D4CF3-78B3-E42E-58FA-5A4FF673F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F2724-BD30-B9FB-6755-1950F2A1B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22FD4A-474D-B545-9494-F4F51D95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2D9EF2-4F7F-639A-531B-AC60A9625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E508C-E0D7-EEF3-9EDE-3DD5A996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63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0F97F-BD21-89F5-EEFD-CB7625EAD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B01D3-3FA0-A1C9-6644-5B3C435DA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BD556F-BB96-1F2E-9ECC-E50D93C15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4EEB6-5BB0-868D-337E-8BCAE883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67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17EA9-BB44-F969-4975-6769F3F0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4E048-DD85-83B3-02DD-465CFC7C9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A6B0E-BA1B-7BB9-58D7-089E1C3F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43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C8A3-BC14-B695-BB21-CD205519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B823A-E907-DAF2-5A14-6A18E208B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ED1E5-5651-A923-0DE6-685686AC7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095CA-553E-B5F8-B2DA-FC2E40C32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D84F0-E4B6-4ACC-FBDF-2941ED8F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45CCB8-E690-0BC0-24D5-D3D6D4571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8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1FB2-3EEA-1973-8037-F11BC8BA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A1761-8C55-38F8-CEDF-8A6DE9168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A74DF-67C1-49C4-E02F-27C93586B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D999A-3008-9042-610D-79C453D75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00AF1-1200-8745-F571-E6DFC026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F6D9C-C636-937C-61C5-0AB30F43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09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11C94-0FAF-60D3-7E4A-77A4C465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838C3-06ED-CE4A-9CD6-F16196FA9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D26EF-08FD-F89E-6B76-142F1B49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D511B-BB51-28AB-95E6-3D75F410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10FE4-E05A-76E5-43F1-0AA1DBC4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24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D8ABAE-E092-FEA5-ED46-6E34A8DDE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648B3-DB4A-53B7-4733-DF23AE52E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A2C52-1C95-859C-3FD7-473E814E7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15B16-D0FC-3496-9D00-805C45D9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32D29-C7DF-B613-904B-84552EF20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39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F4697-F610-7D7E-9991-E0F5EE73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B84A9-56C9-F348-0366-5A744861C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063E-528A-C20F-8157-41DD23F55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56637C-4F67-42EC-8EC8-6474EF95CFEF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4DA1D-CB57-6EA8-816B-AD4C72109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6B063-8461-F967-5593-8EE0F2F1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FFFF6-440C-4759-B643-F640B30596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0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E9C9EA-E1A3-8BEA-8B23-7C223EF016C2}"/>
              </a:ext>
            </a:extLst>
          </p:cNvPr>
          <p:cNvSpPr/>
          <p:nvPr/>
        </p:nvSpPr>
        <p:spPr>
          <a:xfrm>
            <a:off x="1855304" y="1169505"/>
            <a:ext cx="1643270" cy="765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73DFD-F344-B8C7-0C48-6688102B6698}"/>
              </a:ext>
            </a:extLst>
          </p:cNvPr>
          <p:cNvSpPr txBox="1"/>
          <p:nvPr/>
        </p:nvSpPr>
        <p:spPr>
          <a:xfrm>
            <a:off x="1855304" y="61896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oogle Sans Flex"/>
              </a:rPr>
              <a:t>Opioid Use Disorder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2C513C-1BD2-4390-673D-C10BCF0ED3A2}"/>
              </a:ext>
            </a:extLst>
          </p:cNvPr>
          <p:cNvSpPr/>
          <p:nvPr/>
        </p:nvSpPr>
        <p:spPr>
          <a:xfrm>
            <a:off x="5274365" y="2408582"/>
            <a:ext cx="1643270" cy="765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 Visits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AFFBD9-D647-40F5-0D63-CBEFCEF3A7C0}"/>
              </a:ext>
            </a:extLst>
          </p:cNvPr>
          <p:cNvSpPr/>
          <p:nvPr/>
        </p:nvSpPr>
        <p:spPr>
          <a:xfrm>
            <a:off x="8693426" y="1169504"/>
            <a:ext cx="1643270" cy="765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Mortality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70003A-272A-CECB-82B7-05BBC4FF961B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498574" y="1552162"/>
            <a:ext cx="1775791" cy="1239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8F6D79-9E91-7F0B-57A6-18D9B78F18DB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917635" y="1552161"/>
            <a:ext cx="1775791" cy="1239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ED9C0C-B0C3-F70B-2BE8-422F7944BE4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3498574" y="1552161"/>
            <a:ext cx="519485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C4F6F0-F6AA-BCD0-5BA9-33080BCFFBB8}"/>
              </a:ext>
            </a:extLst>
          </p:cNvPr>
          <p:cNvSpPr/>
          <p:nvPr/>
        </p:nvSpPr>
        <p:spPr>
          <a:xfrm>
            <a:off x="5274365" y="16953"/>
            <a:ext cx="1643270" cy="7653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Rurality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BF01322-C55E-CBAB-1AF4-CA246AF691A2}"/>
              </a:ext>
            </a:extLst>
          </p:cNvPr>
          <p:cNvSpPr/>
          <p:nvPr/>
        </p:nvSpPr>
        <p:spPr>
          <a:xfrm>
            <a:off x="5274365" y="4303643"/>
            <a:ext cx="1643270" cy="7653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4F7C0A-15A2-D64C-A89A-174E1F30D062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096000" y="782266"/>
            <a:ext cx="1470991" cy="1558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BCF8FA-55B8-25F3-6E52-1731FAFE7944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6917635" y="2341168"/>
            <a:ext cx="649356" cy="2345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F1FE37-3899-23F1-90F3-5F96BD7C1885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4386469" y="2167163"/>
            <a:ext cx="887896" cy="2519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08B117-74BC-7EC3-881F-2834C7170BBF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096000" y="782266"/>
            <a:ext cx="0" cy="7870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AA8AC72-FD40-E316-DCB7-879149A72B7C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4386469" y="782266"/>
            <a:ext cx="1709531" cy="1389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467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8FEE-8B75-DCE1-92EA-CA61E1F2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08197D-BE3D-692F-3EFD-AECDC6CF2488}"/>
              </a:ext>
            </a:extLst>
          </p:cNvPr>
          <p:cNvSpPr/>
          <p:nvPr/>
        </p:nvSpPr>
        <p:spPr>
          <a:xfrm>
            <a:off x="1855304" y="2408582"/>
            <a:ext cx="1643270" cy="765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10017-FF05-0D72-91A8-95DFC9CAD157}"/>
              </a:ext>
            </a:extLst>
          </p:cNvPr>
          <p:cNvSpPr txBox="1"/>
          <p:nvPr/>
        </p:nvSpPr>
        <p:spPr>
          <a:xfrm>
            <a:off x="1855304" y="61896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Google Sans Flex"/>
              </a:rPr>
              <a:t>Opioid Use Disorder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3C0E26-F1C5-FCB9-E1A5-B1972F7617F0}"/>
              </a:ext>
            </a:extLst>
          </p:cNvPr>
          <p:cNvSpPr/>
          <p:nvPr/>
        </p:nvSpPr>
        <p:spPr>
          <a:xfrm>
            <a:off x="5274365" y="2408582"/>
            <a:ext cx="1643270" cy="765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ED Visits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8EB221-B3B2-015C-748F-364E502BC09B}"/>
              </a:ext>
            </a:extLst>
          </p:cNvPr>
          <p:cNvSpPr/>
          <p:nvPr/>
        </p:nvSpPr>
        <p:spPr>
          <a:xfrm>
            <a:off x="8693426" y="2408581"/>
            <a:ext cx="1643270" cy="765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Mortality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14EC8C5-31BC-6843-18EE-1571844A1893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498574" y="2791239"/>
            <a:ext cx="17757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7F35D7-EC1A-36DD-848B-E324239B479C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917635" y="2791238"/>
            <a:ext cx="177579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4611BB-E19B-0B65-8521-F207B2957A38}"/>
              </a:ext>
            </a:extLst>
          </p:cNvPr>
          <p:cNvSpPr/>
          <p:nvPr/>
        </p:nvSpPr>
        <p:spPr>
          <a:xfrm>
            <a:off x="5274365" y="837838"/>
            <a:ext cx="1643270" cy="7653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Rurality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BE9C02-7A03-E987-A0EB-C95E9960FFF7}"/>
              </a:ext>
            </a:extLst>
          </p:cNvPr>
          <p:cNvSpPr/>
          <p:nvPr/>
        </p:nvSpPr>
        <p:spPr>
          <a:xfrm>
            <a:off x="5274365" y="3932370"/>
            <a:ext cx="1643270" cy="7653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SES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DD619B2-A86A-6E9A-1B0A-B21E63B28B8F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6096000" y="2803080"/>
            <a:ext cx="1643270" cy="1129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536275C-81B2-329F-AF46-8743A660709F}"/>
              </a:ext>
            </a:extLst>
          </p:cNvPr>
          <p:cNvCxnSpPr>
            <a:cxnSpLocks/>
            <a:stCxn id="18" idx="0"/>
          </p:cNvCxnSpPr>
          <p:nvPr/>
        </p:nvCxnSpPr>
        <p:spPr>
          <a:xfrm flipH="1" flipV="1">
            <a:off x="4320208" y="2791238"/>
            <a:ext cx="1775792" cy="11411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7DAAC82-5B0E-FBBE-A2B4-98092992D6B2}"/>
              </a:ext>
            </a:extLst>
          </p:cNvPr>
          <p:cNvCxnSpPr>
            <a:stCxn id="4" idx="2"/>
            <a:endCxn id="8" idx="2"/>
          </p:cNvCxnSpPr>
          <p:nvPr/>
        </p:nvCxnSpPr>
        <p:spPr>
          <a:xfrm rot="5400000" flipH="1" flipV="1">
            <a:off x="6095999" y="-245166"/>
            <a:ext cx="1" cy="6838122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2DE5C7-BC3F-EF67-64A3-0A6B75684612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flipV="1">
            <a:off x="6096000" y="3173895"/>
            <a:ext cx="0" cy="758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8A0694F-E116-32E6-C3D2-796C0B510695}"/>
              </a:ext>
            </a:extLst>
          </p:cNvPr>
          <p:cNvGrpSpPr/>
          <p:nvPr/>
        </p:nvGrpSpPr>
        <p:grpSpPr>
          <a:xfrm>
            <a:off x="4320208" y="-551590"/>
            <a:ext cx="3419062" cy="1141132"/>
            <a:chOff x="4320208" y="-551590"/>
            <a:chExt cx="3419062" cy="1141132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52C2C8C-1F55-E78B-715F-D1266DFE2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-539748"/>
              <a:ext cx="1643270" cy="112929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89079DF-FAA5-D235-1AAB-29138ED45D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0208" y="-551590"/>
              <a:ext cx="1775792" cy="11411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81FB526-8EEF-254A-0AF8-716575CD9D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-168933"/>
              <a:ext cx="0" cy="7584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1266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18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Google Sans Flex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Jujia Li</dc:creator>
  <cp:lastModifiedBy>Jujia Li</cp:lastModifiedBy>
  <cp:revision>3</cp:revision>
  <dcterms:created xsi:type="dcterms:W3CDTF">2026-02-25T02:55:33Z</dcterms:created>
  <dcterms:modified xsi:type="dcterms:W3CDTF">2026-02-25T05:49:35Z</dcterms:modified>
</cp:coreProperties>
</file>